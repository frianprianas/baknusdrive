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990D7-6C55-8068-161E-60EDF978B8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B2245C-5797-F3F1-72B9-C00168BFF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EE1CE-A386-80E7-EFA2-3DADC8D06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61D3D-3E14-4C64-8930-1E980CFDB6D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5DD60-26AB-058E-87F9-F5ADFDA72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3B893-9160-F8E0-DCE3-E1FF17E04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111-4BEA-46BC-8EF7-3A6C4C330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40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DDAA7-BD25-3947-9ACD-D96F08FCB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EC671-D7F0-F390-F2F8-C64D275D1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E4F54-E2DC-E49C-7ABE-E344188A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61D3D-3E14-4C64-8930-1E980CFDB6D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12474-1CCF-0C2D-F916-F831395E4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A9BD3-169E-BFD1-92E0-8FEA32423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111-4BEA-46BC-8EF7-3A6C4C330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75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00245-1900-2C77-BE8C-88FC49764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3445F-F345-0D05-C61F-171A6012F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0F0C7-4D53-D38C-F57C-8C61983D1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61D3D-3E14-4C64-8930-1E980CFDB6D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74D25-4193-FFCA-2DCB-735DA9CD2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1A688-AF87-5E0C-D320-D0DA8FA3F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111-4BEA-46BC-8EF7-3A6C4C330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92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C330D-7F55-36B0-AD68-103478BB9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C858A-D191-4586-B99E-74B62E9EDB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510C8-0161-B4EC-D518-0B5D3CD70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58EFE-9495-1F70-5B8E-4DA8ED454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61D3D-3E14-4C64-8930-1E980CFDB6D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BEF6C-84E1-9A2B-DAF4-2BE3D3D13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FD3D2-C973-EA66-4349-26FBC49F8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111-4BEA-46BC-8EF7-3A6C4C330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31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337F1-AB47-3C0D-A082-2A9E32225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03B8-5A6B-6D39-00DF-D0182299C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81B32-A658-BC2F-0D17-B10391551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4F3CC4-9647-A110-57C1-FE5FFB083F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103CFA-A00A-25DC-6454-A5EBEE7E94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64AF8B-7ABF-636E-53C3-4C4073498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61D3D-3E14-4C64-8930-1E980CFDB6D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86E98B-7FF6-1BAE-B28D-AACCABD3F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CA12B-A590-28A3-021F-4ED97338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111-4BEA-46BC-8EF7-3A6C4C330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284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5241-3737-DE88-492B-37C08A307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CFF3F4-E775-FB82-E56C-78EF11238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61D3D-3E14-4C64-8930-1E980CFDB6D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16BD7E-7950-BD2D-D0D7-B693DD1B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9A3BA-E3F1-8270-F239-62E26A0E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111-4BEA-46BC-8EF7-3A6C4C330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7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E5175F-57E1-EEC6-9F3A-B47BCD2A1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61D3D-3E14-4C64-8930-1E980CFDB6D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77B187-5989-2C6D-4528-6FDEEA506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B0CE2-A66C-EE53-1C10-18BF15CF2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111-4BEA-46BC-8EF7-3A6C4C330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9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4E1B5-9D69-E833-0885-0A90D4AF8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364F7-C7A5-7D94-3405-BA4AF7421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A00471-C04D-C69B-D141-F17106533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168B5-4375-5E22-5B49-39E1E7B35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61D3D-3E14-4C64-8930-1E980CFDB6D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973F4-4379-2131-E634-946ACD2AE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5D2BC-FB69-BEFE-362C-F93FBE621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111-4BEA-46BC-8EF7-3A6C4C330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05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82554-908C-8530-B677-D92D248A6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BF5D64-63A6-7823-6ADA-7DF134AC19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8772B-F5A5-1EED-A346-5362D4F30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B3A01-A6CF-5CC9-1811-A756D1403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61D3D-3E14-4C64-8930-1E980CFDB6D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78F2D-721A-49D9-D9DB-E6F208128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6483F-FA2F-A8A2-24CF-121A97D9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111-4BEA-46BC-8EF7-3A6C4C330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0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384A0-CF30-F092-09DE-4864E0080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586B68-C67F-38B4-D73C-C2DD5FF18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F2474-7105-7E4C-66A4-78D66D48F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61D3D-3E14-4C64-8930-1E980CFDB6D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5B40B-B96F-733B-CC7E-2D172C465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A2BF8-A0FB-5F76-8AEA-D84406848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111-4BEA-46BC-8EF7-3A6C4C330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71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E669F4-F84C-76B1-D7E9-9281B08D5D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F6C58-68C3-619D-621F-53C0DAA5B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C7C37-A075-A113-8D06-ECFDEEE05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61D3D-3E14-4C64-8930-1E980CFDB6D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FE947-BAEC-0EFB-8612-706735DF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98099-9485-AD5C-A02B-A00F17B04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9111-4BEA-46BC-8EF7-3A6C4C330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35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DE376E-EC46-F224-658D-BF35C01A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1B45B-80D1-1FC2-E406-57E951403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98FB4-745B-A8B0-F38A-A27A71E92C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F61D3D-3E14-4C64-8930-1E980CFDB6D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B4582-446B-7EB4-61EA-434A2CDF9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4FB06-7E78-5A35-4AFB-E27CDBD83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AD9111-4BEA-46BC-8EF7-3A6C4C330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310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31837-7767-7710-D0D2-8CB21C4D12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B1B822-5331-F38E-0E7F-CADCF3983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73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Frian Prianas</dc:creator>
  <cp:lastModifiedBy>Frian Prianas</cp:lastModifiedBy>
  <cp:revision>1</cp:revision>
  <dcterms:created xsi:type="dcterms:W3CDTF">2026-03-01T10:56:54Z</dcterms:created>
  <dcterms:modified xsi:type="dcterms:W3CDTF">2026-03-01T10:56:54Z</dcterms:modified>
</cp:coreProperties>
</file>